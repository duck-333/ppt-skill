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字母a与a形物对应，如苹果、人头、卵石等。
1.字母a-苹果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字母a-苹果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词根an-“人”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词根anthrop-“类人；人类”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词根andr-“人类；类人”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字母a-苹果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apple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/ˈæp(ə)l/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n.苹果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“苹果”+p双写+pl “倍；充满”+e，n.苹果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词根an-“人”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American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/əˈmerɪkən/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n.美国人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Americ(a)“美国”+an表人，n.美国人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词根an-“人”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Canadian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/kəˈneɪdiən/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n.加拿大人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Canad（a）“加拿大”+i+an表人，n.加拿大人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词根an-“人”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Indian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/ˈindjən/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n.印度人；印第安人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Indi（a）“印度”+an表人，n.印度人；印第安人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词根an-“人”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Russian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/ˈrʌʃ(ə)n/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n.俄国人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Russi（a）“俄罗斯”+an表人，n.俄国人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词根anthrop-“类人；人类”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anthropic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/ænˈθrɒpɪk/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adj.人类的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anthrop “人类”+ic形容词后缀，adj.人类的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词根anthrop-“类人；人类”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anthropology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/ˌænθrəˈpɒlədʒi/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n.人类学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anthrop “人类”+o+logy“学说”，n.人类学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词根anthrop-“类人；人类”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anthropologist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/ˌænθrəˈpɒlədʒɪst/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n.人类学家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anthropolog（y）“人类学”+ist表实践者，n.人类学家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词根anthrop-“类人；人类”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ape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/eɪp/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n.类人猿v.模仿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a(nthro)p“类人”+e，n.类人猿v.模仿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词根andr-“人类；类人”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android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/ˈændrɔɪd/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n.人形机器人；安卓（音译）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andr“类人”+o+id形容词后缀，n.人形机器人；安卓（音译）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字母a-a形物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字母a-苹果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apple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548225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词根an-“人”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American, Canadian, Indian, Russian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54781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词根anthrop-“类人；人类”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anthropic, anthropology, anthropologist, ape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词根andr-“人类；类人”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android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