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Academy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Academy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第22课 Academy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意项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/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