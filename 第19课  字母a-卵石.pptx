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3.字母?-卵石 宁母a与卵石之形对应。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字母?-卵石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  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  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ahalyse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"使一--划分 引申义-分析: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n.类比; 类似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e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adj.椟拟的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几.解剖学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lmst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all 全部 + most &lt;大多数' O. 几乎: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betit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conj 尽管; 虽然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a-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&lt;地面上的-颗卵石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tO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prep 在; 向; 朝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"冰某个地点为起点朝向前方: 词尾[`令 t0: 表示方向憷,引申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Canda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音泽 加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/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字母?-卵石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ahalyse, y, e, y, lmst, betit, a-, tO, at, Canda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