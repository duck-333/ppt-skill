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{{ROOT_NAME}}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{{ROOT_LOGIC}}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��  {{SUB_TITLE_1}}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��  {{SUB_TITLE_2}}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��  {{SUB_TITLE_3}}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1135380"/>
            <a:ext cx="224726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{{SUB_TITLE}}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{{WORD}}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/{{PHONETIC}}/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{{DEFINITION}}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{{ROOT_ANALYSIS}}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20574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TEMPLATE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{{SUB_TITLE}}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{{WORD_LIST}}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On-screen Show (4:3)</PresentationFormat>
  <Paragraphs>29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周利华</cp:lastModifiedBy>
  <cp:revision>4</cp:revision>
  <dcterms:created xsi:type="dcterms:W3CDTF">2013-01-27T09:14:00Z</dcterms:created>
  <dcterms:modified xsi:type="dcterms:W3CDTF">2026-04-16T01:55:06Z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B841BCAF73D445A982C5277EC824A4A4_13</vt:lpwstr>
  </property>
</Properties>
</file>