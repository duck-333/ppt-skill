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字母a与卵石之形对应。
（1）字母a“一”：古人用鹅卵石检查记录放牧归来的羊只数量。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a“一”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an“一”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all“所有；全部”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字母a表地点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5"/>
          <p:cNvSpPr txBox="1"/>
          <p:nvPr/>
        </p:nvSpPr>
        <p:spPr>
          <a:xfrm>
            <a:off x="731520" y="6373368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5  词语China“中国”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art.一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art.一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one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一般用于读音以元音音素起首或以/h/音起首的词之前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another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/əˈnʌðə(r)/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adj.另一的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 “一”+other “其他”，adj.另一的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/ˈeni/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adj.任一的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 “一”+y，adj.任一的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anyone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/ˈeniwʌn/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any “任一的”+one“某人”，pron.任何人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analyse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“使一一划分”，引申义“分析”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analysis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/əˈnæləsɪs/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n.分析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analys(e) “分析”+is“be”，n.分析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analyst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/ˈænəlɪst/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n.分析者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analys（e） “分析”+（is）t表实践者，n.分析者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analogy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/əˈnælədʒi/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n.类比；类似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an“一”+a “一”+log “逻辑”+y，n.类比；类似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adj.模拟的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n.解剖学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/ɔːl/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a“一”+l“划”+l“划”，pron.所有；全部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“一一记录”，引申出det.每一个adj.每一个的adv.完全地pron.所有；全部等词义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all-round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/ɔːlˈraʊnd/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adj.多方面的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all“所有”+round“围绕”，adj.多方面的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a-ok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/ˌeɪ əʊ ˈkeɪ/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adj.一切正常的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all“所有”+ok“好的”，adj.一切正常的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alone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/əˈləʊn/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adj.单独的adv.单独；独自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all“全部”+one“一”，adj.单独的adv.单独；独自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lone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/ləʊn/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adj.孤单的；寂寞的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词语alone的缩写，字母a脱落，adj.孤单的；寂寞的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lonely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/ˈləʊnli/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adj.孤单的；寂寞的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lone“孤单的”+ly形容词后缀，adj.孤单的；寂寞的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almost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/ˈɔːlməʊst/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adv.几乎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 + most “大多数”，adv.几乎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already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/ɔːlˈredi/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adv.已经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all“全部”+ready “准备好”，adv.已经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also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/ˈɔːlsəʊ/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adv.同样；也；而且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all“全部”+so “这么；如此”，adv.同样；也；而且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although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/ɔːlˈðəʊ/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adv.尽管；虽然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all“全部”+though “尽管”，adv.尽管；虽然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albeit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/ˌɔːlˈbiːɪt/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al（though）“尽管”+be+it，conj.尽管；虽然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altogether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/ˌɔːltəˈɡeðə(r)/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adv.总共；完全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all“全部”+together “一起”，adv.总共；完全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always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/ˈɔːlweɪz/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adv.总是；永远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all“全部”+way “道路”+s所有格，adv.总是；永远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a“卵石”，表示“在……之上”，等同于on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“地面上的一颗卵石”，表示“在……之上”，等同于on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aboard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/əˈbɔːd/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adv.在（船、飞机、火车等）上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a“on”+board“甲板”，adv.在（船、飞机、火车等）上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abroad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/əˈbrɔːd/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adv.广为流传；在国外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a“on”+broad“宽广的”，adv.广为流传；在国外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across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/əˈkrɒs/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adv.从一边到另一边；横过prep.穿过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a“on”+cross “十字”，adv.从一边到另一边；横过prep.穿过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afire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/əˈfaɪə(r)/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adj.着火的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a“on”+fire“火”，adj.着火的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ahead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/əˈhed/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adj.在前的adv.在前面；领先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“on”+head“头”，adj.在前的adv.在前面；领先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alike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/əˈlaɪk/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adj.相似的adv.类似地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“on”+like“像的”，adj.相似的adv.类似地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alive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/əˈlaɪv/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adj.活着的；活跃的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“on”+live “活的”，adj.活着的；活跃的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along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/əˈlɒŋ/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“on”+long“长”，prep.沿着adv.朝某个方向而去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aloud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/əˈlaʊd/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adv.大声地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a“on”+loud“大声叫喊”，adv.大声地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arise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/əˈraɪz/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v.起立；出现；上升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“on”+rise “升起”，v.起立；出现；上升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asleep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/əˈsliːp/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adj.睡着的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a“on”+sleep“睡觉”，adj.睡着的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await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/əˈweɪt/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v.等待；期待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a“on”+wait“等待”，v.等待；期待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awake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/əˈweɪk/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adj.醒着的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a“on”+wake“醒来”，adj.醒着的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away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/əˈweɪ/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adv.离开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“on”+way “道路”，adv.离开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area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/ˈeəriə/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n.区域；地区；面积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a表地点+re “再”+a表地点，n.区域；地区；面积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arena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/əˈriːnə/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n.竞技场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area“区域”+插入n“n形arenaarena拱门”，n.竞技场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/ət, æt/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a表地点+t通to，prep.在；向；朝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“以某个地点为起点朝向前方”，词尾t隐含“to”，表示方向性，引申出prep.在（表示存在或出现的地点、场所、位置、空间）；向，朝；处于……状态等词义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America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/əˈmerɪkə/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n.美洲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Americ “亚美利哥”+a表地点，n.美洲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Amerigo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拉丁语名Americus ）最先确认美洲是一个新大陆，后人以其名命名这块新大陆为“America”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Canada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/ˈkænədə/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n.加拿大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canad“村庄”+a表地点，n.加拿大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Canada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音译“加拿大”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India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/ˈɪndiə/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n.印度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Ind（us） “印度河”+i+a表地点，n.印度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Russia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/ˈrʌʃə/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n.俄罗斯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Rus “罗斯人”+s双写+i+a表地点，n.俄罗斯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China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/ˈtʃaɪnə/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n.中国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Chin “秦”+a表地点，n.中国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Hsin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用China称谓“中国”最早出自意大利人马可·波罗的笔下。古代中国以瓷器和丝绸著称于世，词语china意为“瓷器”出自chinaware“中国瓷器”的简写，而梵语“中国”之称谓Cina和拉丁语“中国”之称谓Sina发音相似，两者都极有可能受到汉字“丝”（音：/si/）的影响。拉丁语sina进入英语，派生出词根sin-“中国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Chinese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/ˈt∫aiˈni:z/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adj.中国的 n.中国人；汉语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Chin（a）“中国”+ese通is，所有格，adj.中国的 n.中国人；汉语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sinic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/ˈsinik/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adj.中国的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sin“中国”+ic形容词后缀，adj.中国的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sinology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/saɪˈnɒlədʒi/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n.汉学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sin“中国”+o+logy“学说”，n.汉学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Sino-American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/ˌsaɪnəʊ əˈmerɪkən/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adj.中美的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sin“中国”+o+American“美国的”，adj.中美的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字母a“一”：古人用鹅卵石检查记录放牧归来的羊只数量。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an“一”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an, one, another, any, anyone, analyse, analysis, analyst, analogy, e, 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all“所有；全部”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all, all, all-round, a-ok, alone, lone, lonely, almost, already, also, although, albeit, altogether, always, a-, a-, aboard, abroad, across, afire, ahead, alike, alive, along, aloud, arise, asleep, await, awake, away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字母a表地点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area, arena, at, at, America, Amerigo, Canada, Canada, India, Russia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5"/>
          <p:cNvSpPr/>
          <p:nvPr/>
        </p:nvSpPr>
        <p:spPr>
          <a:xfrm>
            <a:off x="4548225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词语China“中国”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China, Hsin, Chinese, sinic, sinology, Sino-American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