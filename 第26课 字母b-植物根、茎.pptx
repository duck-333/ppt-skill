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字母b--“根、茎、树干”，出自“植物之足”
bb之义。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字母b--“根、茎”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词根botan-“植物”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词根bar-“胡子”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词根barbar-“野蛮”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banana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/bəˈnɑːnə/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n.香蕉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b“茎”+an通one+bananabananaan 通one+a通one，n.香蕉
【释义】香蕉似茎，词语banana是一串香蕉之形的描摹。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bush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/bʊʃ/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n.灌木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b“茎”+us“使用”+h-“篱笆”，n.灌木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cabbage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/ˈkæbɪdʒ/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n.卷心菜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cab通cap“头”+b“茎”+age表状态，n.卷心菜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herb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/hɜːb/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n.草本植物；药草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h“高”+er表物+b“茎”，n.草本植物；药草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/bɔɪ/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n.男孩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b“茎”+o+y（oung）“幼崽”，n.男孩
【释义】阴茎是男性的外生殖器官，是男性的象征。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penis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/ˈpiːnɪs/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p通b“茎”，强调“勃起状”+en“使”+is“be”，n.阴茎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botany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/ˈbɒtəni/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n.植物学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botan “植物”+y，n.植物学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botanic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/bə'tænɪk/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adj.植物（学）的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botan“植物”+ic形容词后缀，adj.植物（学）的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botanical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/bəˈtænɪkl/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adj.植物（学）的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botanic“植物的”+al形容词后缀，adj.植物（学）的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botanically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/bo'tænɪkli/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adv.植物学地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botanical“植物学的”+ly副词后缀，adv.植物学地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botanist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/ˈbɒtənɪst/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n.植物学家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botan（y）“植物学”+ist表实践者，n.植物学家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/ˈbɑːbə/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n.胡子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bar“胡子”+ba(r)“胡子”，n.胡子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beard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/bɪəd/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n.络腮胡子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通barba“胡子”，n.络腮胡子
【释义】词语beard强调ear“耳朵”以下，b、d左右对称的大胡须。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/ˈbɑːbə(r)/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n.理发师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barb(a)“胡子”+er表人，n.理发师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barley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n.大麦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bar“胡子”+l“直线状”+ey通egg“卵”，n.大麦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n.谷仓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bar（ley）“大麦”+n“谷仓形状”，n.谷仓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bristle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/ˈbrɪs(ə)l/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n.粗硬短须；猪鬃；刚毛v.（毛发）竖起；发怒；被侵犯；戒备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b（a）r“胡子”+i+st（and）“站立”+l“直线”+e，n.粗硬短须；猪鬃；刚毛v.（毛发）竖起；发怒；被侵犯；戒备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barbarian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/bɑːˈbeəriən/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n.野蛮人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barbar“野蛮”+i+an表人，n.野蛮人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barbarianism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/bɑːˈbeərɪəˌnɪzəm/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n.野蛮；未开化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barbarian“野蛮人”+ism表主义，n.野蛮；未开化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barbaric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/bɑːˈbærɪk/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adj.野蛮的；原始的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barbar“野蛮”+ic形容词后缀，adj.野蛮的；原始的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barbarism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/ˈbɑːbərɪzəm/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n.野蛮；原始；未开化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barbar“野蛮”+ism表主义，n.野蛮；原始；未开化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barbarity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/bɑːˈbærəti/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n.野蛮；残暴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barbar “野蛮”+ity表性质，n.野蛮；残暴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500518" cy="250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字母b--“根、茎”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banana, bush, cabbage, herb, boy, penis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345423" y="1234440"/>
            <a:ext cx="3500518" cy="250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词根botan-“植物”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botany, botanic, botanical, botanically, botanist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142206" y="1234440"/>
            <a:ext cx="3500518" cy="250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词根bar-“胡子”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barba, beard, barber, barley, barn, bristle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4080323"/>
            <a:ext cx="3500518" cy="2191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词根barbar-“野蛮”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200">
                <a:solidFill>
                  <a:srgbClr val="3C3C3C"/>
                </a:solidFill>
                <a:latin typeface="微软雅黑" panose="020B0503020204020204" charset="-122"/>
              </a:rPr>
              <a:t>barbarian, barbarianism, barbaric, barbarism, barbarity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